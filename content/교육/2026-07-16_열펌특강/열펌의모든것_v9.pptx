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C1C1C"/>
                </a:solidFill>
                <a:latin typeface="Noto Sans CJK KR"/>
                <a:ea typeface="Noto Sans CJK KR"/>
              </a:rPr>
              <a:t>열펌의 모든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808080"/>
                </a:solidFill>
                <a:latin typeface="Noto Sans CJK KR"/>
                <a:ea typeface="Noto Sans CJK KR"/>
              </a:rPr>
              <a:t>분해하다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65176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 · 손상도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손상도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 · 점성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접는 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공간을 만드는 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모다발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23079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4259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2821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22468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2794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3974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22535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52183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089904" y="2499969"/>
            <a:ext cx="0" cy="1766621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296994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1633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
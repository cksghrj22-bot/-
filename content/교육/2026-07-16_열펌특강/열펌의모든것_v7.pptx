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377440"/>
            <a:ext cx="10515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600" b="1">
                <a:solidFill>
                  <a:srgbClr val="1C1C1C"/>
                </a:solidFill>
                <a:latin typeface="Noto Sans CJK KR"/>
                <a:ea typeface="Noto Sans CJK KR"/>
              </a:rPr>
              <a:t>열펌의 모든 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3703320"/>
            <a:ext cx="7315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0">
                <a:solidFill>
                  <a:srgbClr val="808080"/>
                </a:solidFill>
                <a:latin typeface="Noto Sans CJK KR"/>
                <a:ea typeface="Noto Sans CJK KR"/>
              </a:rPr>
              <a:t>분해하다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580644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808080"/>
                </a:solidFill>
                <a:latin typeface="Noto Sans CJK KR"/>
                <a:ea typeface="Noto Sans CJK KR"/>
              </a:rPr>
              <a:t>차노 · 2026. 7. 16 · 앳나운플레이스 3F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6291072"/>
            <a:ext cx="1219169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spc="200">
                <a:solidFill>
                  <a:srgbClr val="808080"/>
                </a:solidFill>
                <a:latin typeface="Noto Sans CJK KR"/>
                <a:ea typeface="Noto Sans CJK KR"/>
              </a:rPr>
              <a:t>AT NOWN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03504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C1C1C"/>
                </a:solidFill>
                <a:latin typeface="Noto Sans CJK KR"/>
                <a:ea typeface="Noto Sans CJK KR"/>
              </a:rPr>
              <a:t>'열펌'을, 열과 펌으로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1444752"/>
            <a:ext cx="10543032" cy="0"/>
          </a:xfrm>
          <a:prstGeom prst="line">
            <a:avLst/>
          </a:prstGeom>
          <a:ln w="17780">
            <a:solidFill>
              <a:srgbClr val="E4E3D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468880" y="2651760"/>
            <a:ext cx="27432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0" b="1">
                <a:solidFill>
                  <a:srgbClr val="1C1C1C"/>
                </a:solidFill>
                <a:latin typeface="Noto Sans CJK KR"/>
                <a:ea typeface="Noto Sans CJK KR"/>
              </a:rPr>
              <a:t>열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0" y="2651760"/>
            <a:ext cx="0" cy="2560320"/>
          </a:xfrm>
          <a:prstGeom prst="line">
            <a:avLst/>
          </a:prstGeom>
          <a:ln w="25400">
            <a:solidFill>
              <a:srgbClr val="B8912E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126480" y="2651760"/>
            <a:ext cx="27432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0" b="1">
                <a:solidFill>
                  <a:srgbClr val="1C1C1C"/>
                </a:solidFill>
                <a:latin typeface="Noto Sans CJK KR"/>
                <a:ea typeface="Noto Sans CJK KR"/>
              </a:rPr>
              <a:t>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6291072"/>
            <a:ext cx="1219169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spc="200">
                <a:solidFill>
                  <a:srgbClr val="808080"/>
                </a:solidFill>
                <a:latin typeface="Noto Sans CJK KR"/>
                <a:ea typeface="Noto Sans CJK KR"/>
              </a:rPr>
              <a:t>AT NOWN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29107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808080"/>
                </a:solidFill>
                <a:latin typeface="Noto Sans CJK KR"/>
                <a:ea typeface="Noto Sans CJK KR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03504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C1C1C"/>
                </a:solidFill>
                <a:latin typeface="Noto Sans CJK KR"/>
                <a:ea typeface="Noto Sans CJK KR"/>
              </a:rPr>
              <a:t>약을, 쪼갠다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1444752"/>
            <a:ext cx="10543032" cy="0"/>
          </a:xfrm>
          <a:prstGeom prst="line">
            <a:avLst/>
          </a:prstGeom>
          <a:ln w="17780">
            <a:solidFill>
              <a:srgbClr val="E4E3D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1417320" y="3017520"/>
            <a:ext cx="2743200" cy="1828800"/>
          </a:xfrm>
          <a:prstGeom prst="roundRect">
            <a:avLst>
              <a:gd name="adj" fmla="val 6000"/>
            </a:avLst>
          </a:prstGeom>
          <a:solidFill>
            <a:srgbClr val="F2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34056" y="3438144"/>
            <a:ext cx="109728" cy="109728"/>
          </a:xfrm>
          <a:prstGeom prst="ellipse">
            <a:avLst/>
          </a:prstGeom>
          <a:solidFill>
            <a:srgbClr val="B89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17320" y="3694176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C1C1C"/>
                </a:solidFill>
                <a:latin typeface="Noto Sans CJK KR"/>
                <a:ea typeface="Noto Sans CJK KR"/>
              </a:rPr>
              <a:t>연화제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17720" y="3017520"/>
            <a:ext cx="2743200" cy="1828800"/>
          </a:xfrm>
          <a:prstGeom prst="roundRect">
            <a:avLst>
              <a:gd name="adj" fmla="val 6000"/>
            </a:avLst>
          </a:prstGeom>
          <a:solidFill>
            <a:srgbClr val="F2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934456" y="3438144"/>
            <a:ext cx="109728" cy="109728"/>
          </a:xfrm>
          <a:prstGeom prst="ellipse">
            <a:avLst/>
          </a:prstGeom>
          <a:solidFill>
            <a:srgbClr val="B89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3694176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C1C1C"/>
                </a:solidFill>
                <a:latin typeface="Noto Sans CJK KR"/>
                <a:ea typeface="Noto Sans CJK KR"/>
              </a:rPr>
              <a:t>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18120" y="3017520"/>
            <a:ext cx="2743200" cy="1828800"/>
          </a:xfrm>
          <a:prstGeom prst="roundRect">
            <a:avLst>
              <a:gd name="adj" fmla="val 6000"/>
            </a:avLst>
          </a:prstGeom>
          <a:solidFill>
            <a:srgbClr val="F2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34856" y="3438144"/>
            <a:ext cx="109728" cy="109728"/>
          </a:xfrm>
          <a:prstGeom prst="ellipse">
            <a:avLst/>
          </a:prstGeom>
          <a:solidFill>
            <a:srgbClr val="B89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18120" y="3694176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C1C1C"/>
                </a:solidFill>
                <a:latin typeface="Noto Sans CJK KR"/>
                <a:ea typeface="Noto Sans CJK KR"/>
              </a:rPr>
              <a:t>환원제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0" y="6291072"/>
            <a:ext cx="1219169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spc="200">
                <a:solidFill>
                  <a:srgbClr val="808080"/>
                </a:solidFill>
                <a:latin typeface="Noto Sans CJK KR"/>
                <a:ea typeface="Noto Sans CJK KR"/>
              </a:rPr>
              <a:t>AT NOWN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02975" y="629107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808080"/>
                </a:solidFill>
                <a:latin typeface="Noto Sans CJK KR"/>
                <a:ea typeface="Noto Sans CJK KR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03504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C1C1C"/>
                </a:solidFill>
                <a:latin typeface="Noto Sans CJK KR"/>
                <a:ea typeface="Noto Sans CJK KR"/>
              </a:rPr>
              <a:t>모질과, 손상도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1444752"/>
            <a:ext cx="10543032" cy="0"/>
          </a:xfrm>
          <a:prstGeom prst="line">
            <a:avLst/>
          </a:prstGeom>
          <a:ln w="17780">
            <a:solidFill>
              <a:srgbClr val="E4E3D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103120" y="3017520"/>
            <a:ext cx="3657600" cy="1828800"/>
          </a:xfrm>
          <a:prstGeom prst="roundRect">
            <a:avLst>
              <a:gd name="adj" fmla="val 6000"/>
            </a:avLst>
          </a:prstGeom>
          <a:solidFill>
            <a:srgbClr val="F2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877056" y="3438144"/>
            <a:ext cx="109728" cy="109728"/>
          </a:xfrm>
          <a:prstGeom prst="ellipse">
            <a:avLst/>
          </a:prstGeom>
          <a:solidFill>
            <a:srgbClr val="B89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03120" y="3694176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C1C1C"/>
                </a:solidFill>
                <a:latin typeface="Noto Sans CJK KR"/>
                <a:ea typeface="Noto Sans CJK KR"/>
              </a:rPr>
              <a:t>모질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3017520"/>
            <a:ext cx="3657600" cy="1828800"/>
          </a:xfrm>
          <a:prstGeom prst="roundRect">
            <a:avLst>
              <a:gd name="adj" fmla="val 6000"/>
            </a:avLst>
          </a:prstGeom>
          <a:solidFill>
            <a:srgbClr val="F2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266175" y="3438144"/>
            <a:ext cx="109728" cy="109728"/>
          </a:xfrm>
          <a:prstGeom prst="ellipse">
            <a:avLst/>
          </a:prstGeom>
          <a:solidFill>
            <a:srgbClr val="B89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3694176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C1C1C"/>
                </a:solidFill>
                <a:latin typeface="Noto Sans CJK KR"/>
                <a:ea typeface="Noto Sans CJK KR"/>
              </a:rPr>
              <a:t>손상도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6291072"/>
            <a:ext cx="1219169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spc="200">
                <a:solidFill>
                  <a:srgbClr val="808080"/>
                </a:solidFill>
                <a:latin typeface="Noto Sans CJK KR"/>
                <a:ea typeface="Noto Sans CJK KR"/>
              </a:rPr>
              <a:t>AT NOWN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02975" y="629107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808080"/>
                </a:solidFill>
                <a:latin typeface="Noto Sans CJK KR"/>
                <a:ea typeface="Noto Sans CJK KR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03504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C1C1C"/>
                </a:solidFill>
                <a:latin typeface="Noto Sans CJK KR"/>
                <a:ea typeface="Noto Sans CJK KR"/>
              </a:rPr>
              <a:t>제품은, 점성으로 셋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1444752"/>
            <a:ext cx="10543032" cy="0"/>
          </a:xfrm>
          <a:prstGeom prst="line">
            <a:avLst/>
          </a:prstGeom>
          <a:ln w="17780">
            <a:solidFill>
              <a:srgbClr val="E4E3D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1417320" y="3017520"/>
            <a:ext cx="2743200" cy="1828800"/>
          </a:xfrm>
          <a:prstGeom prst="roundRect">
            <a:avLst>
              <a:gd name="adj" fmla="val 6000"/>
            </a:avLst>
          </a:prstGeom>
          <a:solidFill>
            <a:srgbClr val="F2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34056" y="3438144"/>
            <a:ext cx="109728" cy="109728"/>
          </a:xfrm>
          <a:prstGeom prst="ellipse">
            <a:avLst/>
          </a:prstGeom>
          <a:solidFill>
            <a:srgbClr val="B89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17320" y="3694176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C1C1C"/>
                </a:solidFill>
                <a:latin typeface="Noto Sans CJK KR"/>
                <a:ea typeface="Noto Sans CJK KR"/>
              </a:rPr>
              <a:t>크림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17720" y="3017520"/>
            <a:ext cx="2743200" cy="1828800"/>
          </a:xfrm>
          <a:prstGeom prst="roundRect">
            <a:avLst>
              <a:gd name="adj" fmla="val 6000"/>
            </a:avLst>
          </a:prstGeom>
          <a:solidFill>
            <a:srgbClr val="F2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934456" y="3438144"/>
            <a:ext cx="109728" cy="109728"/>
          </a:xfrm>
          <a:prstGeom prst="ellipse">
            <a:avLst/>
          </a:prstGeom>
          <a:solidFill>
            <a:srgbClr val="B89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3694176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C1C1C"/>
                </a:solidFill>
                <a:latin typeface="Noto Sans CJK KR"/>
                <a:ea typeface="Noto Sans CJK KR"/>
              </a:rPr>
              <a:t>에멀전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18120" y="3017520"/>
            <a:ext cx="2743200" cy="1828800"/>
          </a:xfrm>
          <a:prstGeom prst="roundRect">
            <a:avLst>
              <a:gd name="adj" fmla="val 6000"/>
            </a:avLst>
          </a:prstGeom>
          <a:solidFill>
            <a:srgbClr val="F2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34856" y="3438144"/>
            <a:ext cx="109728" cy="109728"/>
          </a:xfrm>
          <a:prstGeom prst="ellipse">
            <a:avLst/>
          </a:prstGeom>
          <a:solidFill>
            <a:srgbClr val="B89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18120" y="3694176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C1C1C"/>
                </a:solidFill>
                <a:latin typeface="Noto Sans CJK KR"/>
                <a:ea typeface="Noto Sans CJK KR"/>
              </a:rPr>
              <a:t>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0" y="6291072"/>
            <a:ext cx="1219169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spc="200">
                <a:solidFill>
                  <a:srgbClr val="808080"/>
                </a:solidFill>
                <a:latin typeface="Noto Sans CJK KR"/>
                <a:ea typeface="Noto Sans CJK KR"/>
              </a:rPr>
              <a:t>AT NOWN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02975" y="629107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808080"/>
                </a:solidFill>
                <a:latin typeface="Noto Sans CJK KR"/>
                <a:ea typeface="Noto Sans CJK KR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03504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C1C1C"/>
                </a:solidFill>
                <a:latin typeface="Noto Sans CJK KR"/>
                <a:ea typeface="Noto Sans CJK KR"/>
              </a:rPr>
              <a:t>커트는, 두 가지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1444752"/>
            <a:ext cx="10543032" cy="0"/>
          </a:xfrm>
          <a:prstGeom prst="line">
            <a:avLst/>
          </a:prstGeom>
          <a:ln w="17780">
            <a:solidFill>
              <a:srgbClr val="E4E3D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103120" y="3017520"/>
            <a:ext cx="3657600" cy="1828800"/>
          </a:xfrm>
          <a:prstGeom prst="roundRect">
            <a:avLst>
              <a:gd name="adj" fmla="val 6000"/>
            </a:avLst>
          </a:prstGeom>
          <a:solidFill>
            <a:srgbClr val="F2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877056" y="3438144"/>
            <a:ext cx="109728" cy="109728"/>
          </a:xfrm>
          <a:prstGeom prst="ellipse">
            <a:avLst/>
          </a:prstGeom>
          <a:solidFill>
            <a:srgbClr val="B89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03120" y="3694176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C1C1C"/>
                </a:solidFill>
                <a:latin typeface="Noto Sans CJK KR"/>
                <a:ea typeface="Noto Sans CJK KR"/>
              </a:rPr>
              <a:t>접는 커트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3017520"/>
            <a:ext cx="3657600" cy="1828800"/>
          </a:xfrm>
          <a:prstGeom prst="roundRect">
            <a:avLst>
              <a:gd name="adj" fmla="val 6000"/>
            </a:avLst>
          </a:prstGeom>
          <a:solidFill>
            <a:srgbClr val="F2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266175" y="3438144"/>
            <a:ext cx="109728" cy="109728"/>
          </a:xfrm>
          <a:prstGeom prst="ellipse">
            <a:avLst/>
          </a:prstGeom>
          <a:solidFill>
            <a:srgbClr val="B89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3694176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C1C1C"/>
                </a:solidFill>
                <a:latin typeface="Noto Sans CJK KR"/>
                <a:ea typeface="Noto Sans CJK KR"/>
              </a:rPr>
              <a:t>공간을 만드는 커트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6291072"/>
            <a:ext cx="1219169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spc="200">
                <a:solidFill>
                  <a:srgbClr val="808080"/>
                </a:solidFill>
                <a:latin typeface="Noto Sans CJK KR"/>
                <a:ea typeface="Noto Sans CJK KR"/>
              </a:rPr>
              <a:t>AT NOWN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02975" y="629107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808080"/>
                </a:solidFill>
                <a:latin typeface="Noto Sans CJK KR"/>
                <a:ea typeface="Noto Sans CJK KR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03504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C1C1C"/>
                </a:solidFill>
                <a:latin typeface="Noto Sans CJK KR"/>
                <a:ea typeface="Noto Sans CJK KR"/>
              </a:rPr>
              <a:t>모다발 테스트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1444752"/>
            <a:ext cx="10543032" cy="0"/>
          </a:xfrm>
          <a:prstGeom prst="line">
            <a:avLst/>
          </a:prstGeom>
          <a:ln w="17780">
            <a:solidFill>
              <a:srgbClr val="E4E3D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22960" y="1554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08080"/>
                </a:solidFill>
                <a:latin typeface="Noto Sans CJK KR"/>
                <a:ea typeface="Noto Sans CJK KR"/>
              </a:rPr>
              <a:t>같은 모다발을 반으로 — 조건은 하나만 바꾼다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03120" y="3108960"/>
            <a:ext cx="3657600" cy="1828800"/>
          </a:xfrm>
          <a:prstGeom prst="roundRect">
            <a:avLst>
              <a:gd name="adj" fmla="val 6000"/>
            </a:avLst>
          </a:prstGeom>
          <a:solidFill>
            <a:srgbClr val="F2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877056" y="3529584"/>
            <a:ext cx="109728" cy="109728"/>
          </a:xfrm>
          <a:prstGeom prst="ellipse">
            <a:avLst/>
          </a:prstGeom>
          <a:solidFill>
            <a:srgbClr val="B89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03120" y="3785616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C1C1C"/>
                </a:solidFill>
                <a:latin typeface="Noto Sans CJK KR"/>
                <a:ea typeface="Noto Sans CJK KR"/>
              </a:rPr>
              <a:t>모다발 ½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3108960"/>
            <a:ext cx="3657600" cy="1828800"/>
          </a:xfrm>
          <a:prstGeom prst="roundRect">
            <a:avLst>
              <a:gd name="adj" fmla="val 6000"/>
            </a:avLst>
          </a:prstGeom>
          <a:solidFill>
            <a:srgbClr val="F2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266175" y="3529584"/>
            <a:ext cx="109728" cy="109728"/>
          </a:xfrm>
          <a:prstGeom prst="ellipse">
            <a:avLst/>
          </a:prstGeom>
          <a:solidFill>
            <a:srgbClr val="B89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3785616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C1C1C"/>
                </a:solidFill>
                <a:latin typeface="Noto Sans CJK KR"/>
                <a:ea typeface="Noto Sans CJK KR"/>
              </a:rPr>
              <a:t>모다발 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6291072"/>
            <a:ext cx="1219169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spc="200">
                <a:solidFill>
                  <a:srgbClr val="808080"/>
                </a:solidFill>
                <a:latin typeface="Noto Sans CJK KR"/>
                <a:ea typeface="Noto Sans CJK KR"/>
              </a:rPr>
              <a:t>AT NOWN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02975" y="629107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808080"/>
                </a:solidFill>
                <a:latin typeface="Noto Sans CJK KR"/>
                <a:ea typeface="Noto Sans CJK KR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3291840" y="4297680"/>
            <a:ext cx="5596128" cy="0"/>
          </a:xfrm>
          <a:prstGeom prst="line">
            <a:avLst/>
          </a:prstGeom>
          <a:ln w="17780">
            <a:solidFill>
              <a:srgbClr val="1C1C1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5982919" y="3845052"/>
            <a:ext cx="0" cy="452628"/>
          </a:xfrm>
          <a:prstGeom prst="line">
            <a:avLst/>
          </a:prstGeom>
          <a:ln w="76200">
            <a:solidFill>
              <a:srgbClr val="1C1C1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196888" y="3845052"/>
            <a:ext cx="0" cy="452628"/>
          </a:xfrm>
          <a:prstGeom prst="line">
            <a:avLst/>
          </a:prstGeom>
          <a:ln w="76200">
            <a:solidFill>
              <a:srgbClr val="1C1C1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875934" y="3170224"/>
            <a:ext cx="427939" cy="674827"/>
          </a:xfrm>
          <a:prstGeom prst="roundRect">
            <a:avLst>
              <a:gd name="adj" fmla="val 22000"/>
            </a:avLst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H="1" flipV="1">
            <a:off x="5530291" y="3301898"/>
            <a:ext cx="345643" cy="16459"/>
          </a:xfrm>
          <a:prstGeom prst="line">
            <a:avLst/>
          </a:prstGeom>
          <a:ln w="76200">
            <a:solidFill>
              <a:srgbClr val="1C1C1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6303873" y="3301898"/>
            <a:ext cx="345643" cy="16459"/>
          </a:xfrm>
          <a:prstGeom prst="line">
            <a:avLst/>
          </a:prstGeom>
          <a:ln w="76200">
            <a:solidFill>
              <a:srgbClr val="1C1C1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5843016" y="2725826"/>
            <a:ext cx="493776" cy="493776"/>
          </a:xfrm>
          <a:prstGeom prst="ellipse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4663440"/>
            <a:ext cx="11064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500" b="1">
                <a:solidFill>
                  <a:srgbClr val="1C1C1C"/>
                </a:solidFill>
                <a:latin typeface="Noto Sans CJK KR"/>
                <a:ea typeface="Noto Sans CJK KR"/>
              </a:rPr>
              <a:t>쪼갤수록, 쉬워진다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6291072"/>
            <a:ext cx="1219169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spc="200">
                <a:solidFill>
                  <a:srgbClr val="808080"/>
                </a:solidFill>
                <a:latin typeface="Noto Sans CJK KR"/>
                <a:ea typeface="Noto Sans CJK KR"/>
              </a:rPr>
              <a:t>AT NOWN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
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30798" y="3885285"/>
            <a:ext cx="0" cy="344729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49009" y="3885285"/>
            <a:ext cx="0" cy="344729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12587" y="3010204"/>
            <a:ext cx="954633" cy="875080"/>
          </a:xfrm>
          <a:prstGeom prst="roundRect">
            <a:avLst>
              <a:gd name="adj" fmla="val 45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>
            <a:off x="5161788" y="3275380"/>
            <a:ext cx="450799" cy="185624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567220" y="2691993"/>
            <a:ext cx="477317" cy="583387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26964" y="1737360"/>
            <a:ext cx="1325880" cy="132588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05957" y="2486482"/>
            <a:ext cx="145846" cy="14584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28003" y="2486482"/>
            <a:ext cx="145846" cy="14584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82299" y="2278319"/>
            <a:ext cx="164409" cy="1644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33099" y="2278319"/>
            <a:ext cx="164409" cy="1644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57316" y="2599182"/>
            <a:ext cx="265176" cy="928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45262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C1C1C"/>
                </a:solidFill>
                <a:latin typeface="Noto Sans CJK KR"/>
                <a:ea typeface="Noto Sans CJK KR"/>
              </a:rPr>
              <a:t>열펌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차노 · 2026. 7. 16 · 앳나운플레이스 3F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열펌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651760"/>
            <a:ext cx="0" cy="256032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연화제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환원제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모질 · 손상도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손상도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제품 · 점성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에멀전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접는 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공간을 만드는 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모다발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23079" y="2731312"/>
            <a:ext cx="1303934" cy="130393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14259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92821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22468" y="3530498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2794" y="2731312"/>
            <a:ext cx="1303934" cy="130393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3974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22535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52183" y="3530498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089904" y="2499969"/>
            <a:ext cx="0" cy="1766621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296994" y="3383280"/>
            <a:ext cx="391180" cy="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1633" y="3383280"/>
            <a:ext cx="391180" cy="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1">
                <a:solidFill>
                  <a:srgbClr val="1C1C1C"/>
                </a:solidFill>
                <a:latin typeface="Noto Sans CJK KR"/>
                <a:ea typeface="Noto Sans CJK KR"/>
              </a:rPr>
              <a:t>쪼갤수록, 쉬워진다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
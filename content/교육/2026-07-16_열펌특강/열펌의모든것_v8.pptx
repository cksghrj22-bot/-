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C1C1C"/>
                </a:solidFill>
                <a:latin typeface="Noto Sans CJK KR"/>
                <a:ea typeface="Noto Sans CJK KR"/>
              </a:rPr>
              <a:t>열펌의 모든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808080"/>
                </a:solidFill>
                <a:latin typeface="Noto Sans CJK KR"/>
                <a:ea typeface="Noto Sans CJK KR"/>
              </a:rPr>
              <a:t>분해하다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Noto Sans CJK KR"/>
                <a:ea typeface="Noto Sans CJK KR"/>
              </a:rPr>
              <a:t>차노 · 2026. 7. 16 · 앳나운플레이스 3F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열펌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651760"/>
            <a:ext cx="0" cy="256032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C1C1C"/>
                </a:solidFill>
                <a:latin typeface="Noto Sans CJK KR"/>
                <a:ea typeface="Noto Sans CJK KR"/>
              </a:rPr>
              <a:t>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연화제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환원제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모질 · 손상도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손상도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제품 · 점성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34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에멀전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175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48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694176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접는 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43814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69417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공간을 만드는 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0350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C1C"/>
                </a:solidFill>
                <a:latin typeface="Noto Sans CJK KR"/>
                <a:ea typeface="Noto Sans CJK KR"/>
              </a:rPr>
              <a:t>모다발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44752"/>
            <a:ext cx="10543032" cy="0"/>
          </a:xfrm>
          <a:prstGeom prst="line">
            <a:avLst/>
          </a:prstGeom>
          <a:ln w="1778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1089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529584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78561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C1C1C"/>
                </a:solidFill>
                <a:latin typeface="Noto Sans CJK KR"/>
                <a:ea typeface="Noto Sans CJK KR"/>
              </a:rPr>
              <a:t>모다발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Noto Sans CJK KR"/>
                <a:ea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291840" y="4297680"/>
            <a:ext cx="5596128" cy="0"/>
          </a:xfrm>
          <a:prstGeom prst="line">
            <a:avLst/>
          </a:prstGeom>
          <a:ln w="1778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982919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96888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75934" y="3170224"/>
            <a:ext cx="427939" cy="674827"/>
          </a:xfrm>
          <a:prstGeom prst="roundRect">
            <a:avLst>
              <a:gd name="adj" fmla="val 22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530291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303873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43016" y="2725826"/>
            <a:ext cx="493776" cy="493776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500" b="1">
                <a:solidFill>
                  <a:srgbClr val="1C1C1C"/>
                </a:solidFill>
                <a:latin typeface="Noto Sans CJK KR"/>
                <a:ea typeface="Noto Sans CJK KR"/>
              </a:rPr>
              <a:t>쪼갤수록, 쉬워진다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Noto Sans CJK KR"/>
                <a:ea typeface="Noto Sans CJK KR"/>
              </a:rPr>
              <a:t>AT 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
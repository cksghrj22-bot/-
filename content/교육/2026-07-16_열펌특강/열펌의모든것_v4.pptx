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갈라짐 도식만. '?'가 프리즘을 지나 갈라진다. 강사가 말로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제목. 그림 없음. 강사가 '오늘 이걸 쪼갭니다'로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순서 5개. 강사가 말로 훑는다.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'열펌'이라는 말부터 쪼갠다. 열 | 펌. 강사가 열은 왜/펌이란 무엇/롤러볼vs판을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열마다 하는 일이 다르다. 40-55 / 100+ / 140. 강사가 각 구간 특성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약도 쪼갠다. 연화제·팩·환원제. 강사가 성희 약 분해 해석을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손상·모질에 약제를 맞춘다. 크림·에멀전·겔·물. 강사가 각 제형 장점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말이 아니라 그림으로. 곱슬 모양표 + 연화·볼륨 변화표. 핀터레스트 이미지로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접힐 자리를 만들면 힘이 절반. 강사가 열 100 vs 50, 손상 절반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가위질엔 작용과 반작용. 강사가 걷어내면 접힌다 / 너무 걷어내면 부스스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'펌이 살아났다'가 아니라 '이제야 보인다'. 공간이 있어야 컬이 보인다.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워드월 질문을 함께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실험. 모다발로 제품 비교. PB·이찌마루·아모스S·시세이도M. 강사가 조건 하나만 바꾼다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모다발 = 한 데이터. 진단→선택→결과→다음.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마무리. 쪼갤수록 쉬워진다. 워드월로 돌아가 한 번 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257800" y="2587752"/>
            <a:ext cx="1463040" cy="1682496"/>
          </a:xfrm>
          <a:custGeom>
            <a:avLst/>
            <a:gdLst/>
            <a:ahLst/>
            <a:cxnLst/>
            <a:rect l="l" t="t" r="r" b="b"/>
            <a:pathLst>
              <a:path w="1463040" h="1682496">
                <a:moveTo>
                  <a:pt x="731520" y="0"/>
                </a:moveTo>
                <a:lnTo>
                  <a:pt x="0" y="1682496"/>
                </a:lnTo>
                <a:lnTo>
                  <a:pt x="1463040" y="1682496"/>
                </a:lnTo>
                <a:close/>
              </a:path>
            </a:pathLst>
          </a:custGeom>
          <a:noFill/>
          <a:ln w="30480">
            <a:solidFill>
              <a:srgbClr val="2A2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09544" y="3429000"/>
            <a:ext cx="2194560" cy="0"/>
          </a:xfrm>
          <a:prstGeom prst="line">
            <a:avLst/>
          </a:prstGeom>
          <a:ln w="27940">
            <a:solidFill>
              <a:srgbClr val="2A26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1720" y="3044952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B24A2E"/>
                </a:solidFill>
                <a:latin typeface="Apple SD Gothic Neo"/>
                <a:ea typeface="Apple SD Gothic Neo"/>
              </a:rPr>
              <a:t>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574536" y="941831"/>
            <a:ext cx="2779776" cy="2487169"/>
          </a:xfrm>
          <a:prstGeom prst="line">
            <a:avLst/>
          </a:prstGeom>
          <a:ln w="3048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74536" y="2599944"/>
            <a:ext cx="2779776" cy="829056"/>
          </a:xfrm>
          <a:prstGeom prst="line">
            <a:avLst/>
          </a:prstGeom>
          <a:ln w="3048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4536" y="3429000"/>
            <a:ext cx="2779776" cy="829056"/>
          </a:xfrm>
          <a:prstGeom prst="line">
            <a:avLst/>
          </a:prstGeom>
          <a:ln w="30480">
            <a:solidFill>
              <a:srgbClr val="2A26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74536" y="3429000"/>
            <a:ext cx="2779776" cy="2487168"/>
          </a:xfrm>
          <a:prstGeom prst="line">
            <a:avLst/>
          </a:prstGeom>
          <a:ln w="30480">
            <a:solidFill>
              <a:srgbClr val="9A93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AT NOWN 교육 · 특강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2A2620"/>
                </a:solidFill>
                <a:latin typeface="Apple SD Gothic Neo"/>
                <a:ea typeface="Apple SD Gothic Neo"/>
              </a:rPr>
              <a:t>열펌의 모든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9A9385"/>
                </a:solidFill>
                <a:latin typeface="Apple SD Gothic Neo"/>
                <a:ea typeface="Apple SD Gothic Neo"/>
              </a:rPr>
              <a:t>분해하다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9385"/>
                </a:solidFill>
                <a:latin typeface="Apple SD Gothic Neo"/>
                <a:ea typeface="Apple SD Gothic Neo"/>
              </a:rPr>
              <a:t>차노 · 2026. 7. 16 · 앳나운플레이스 3F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2A2620"/>
                </a:solidFill>
                <a:latin typeface="Apple SD Gothic Neo"/>
                <a:ea typeface="Apple SD Gothic Neo"/>
              </a:rPr>
              <a:t>분해한다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24A2E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743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9300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24A2E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49300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모질 · 약제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4281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24A2E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42816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커트 =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99262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24A2E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992624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742431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24A2E"/>
                </a:solidFill>
                <a:latin typeface="Apple SD Gothic Neo"/>
                <a:ea typeface="Apple SD Gothic Ne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742431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실험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①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>
                <a:solidFill>
                  <a:srgbClr val="2A2620"/>
                </a:solidFill>
                <a:latin typeface="Apple SD Gothic Neo"/>
                <a:ea typeface="Apple SD Gothic Neo"/>
              </a:rPr>
              <a:t>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23560" y="2286000"/>
            <a:ext cx="0" cy="2651760"/>
          </a:xfrm>
          <a:prstGeom prst="line">
            <a:avLst/>
          </a:prstGeom>
          <a:ln w="25400">
            <a:solidFill>
              <a:srgbClr val="B24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0" y="23774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>
                <a:solidFill>
                  <a:srgbClr val="2A2620"/>
                </a:solidFill>
                <a:latin typeface="Apple SD Gothic Neo"/>
                <a:ea typeface="Apple SD Gothic Neo"/>
              </a:rPr>
              <a:t>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열마다, 하는 일이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657600"/>
            <a:ext cx="9418320" cy="0"/>
          </a:xfrm>
          <a:prstGeom prst="line">
            <a:avLst/>
          </a:prstGeom>
          <a:ln w="20320">
            <a:solidFill>
              <a:srgbClr val="DD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608429" y="3611880"/>
            <a:ext cx="91440" cy="91440"/>
          </a:xfrm>
          <a:prstGeom prst="ellipse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749" y="2971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40–55°C</a:t>
            </a:r>
          </a:p>
        </p:txBody>
      </p:sp>
      <p:sp>
        <p:nvSpPr>
          <p:cNvPr id="8" name="Oval 7"/>
          <p:cNvSpPr/>
          <p:nvPr/>
        </p:nvSpPr>
        <p:spPr>
          <a:xfrm>
            <a:off x="5281574" y="3611880"/>
            <a:ext cx="91440" cy="91440"/>
          </a:xfrm>
          <a:prstGeom prst="ellipse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2894" y="2971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100°C +</a:t>
            </a:r>
          </a:p>
        </p:txBody>
      </p:sp>
      <p:sp>
        <p:nvSpPr>
          <p:cNvPr id="10" name="Oval 9"/>
          <p:cNvSpPr/>
          <p:nvPr/>
        </p:nvSpPr>
        <p:spPr>
          <a:xfrm>
            <a:off x="8672169" y="3611880"/>
            <a:ext cx="91440" cy="91440"/>
          </a:xfrm>
          <a:prstGeom prst="ellipse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3489" y="2971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B24A2E"/>
                </a:solidFill>
                <a:latin typeface="Apple SD Gothic Neo"/>
                <a:ea typeface="Apple SD Gothic Neo"/>
              </a:rPr>
              <a:t>140°C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① 분해 — 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약도, 쪼개진다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047" y="3383280"/>
            <a:ext cx="23774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367588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A2620"/>
                </a:solidFill>
                <a:latin typeface="Apple SD Gothic Neo"/>
                <a:ea typeface="Apple SD Gothic Neo"/>
              </a:rPr>
              <a:t>연화제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7127" y="3383280"/>
            <a:ext cx="23774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7127" y="367588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A2620"/>
                </a:solidFill>
                <a:latin typeface="Apple SD Gothic Neo"/>
                <a:ea typeface="Apple SD Gothic Neo"/>
              </a:rPr>
              <a:t>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3207" y="3383280"/>
            <a:ext cx="23774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3207" y="367588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A2620"/>
                </a:solidFill>
                <a:latin typeface="Apple SD Gothic Neo"/>
                <a:ea typeface="Apple SD Gothic Neo"/>
              </a:rPr>
              <a:t>환원제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② 모질 · 약제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모질에, 약제를 맞춘다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49527" y="3383280"/>
            <a:ext cx="21488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367588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A2620"/>
                </a:solidFill>
                <a:latin typeface="Apple SD Gothic Neo"/>
                <a:ea typeface="Apple SD Gothic Neo"/>
              </a:rPr>
              <a:t>크림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4127" y="3383280"/>
            <a:ext cx="21488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4127" y="367588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A2620"/>
                </a:solidFill>
                <a:latin typeface="Apple SD Gothic Neo"/>
                <a:ea typeface="Apple SD Gothic Neo"/>
              </a:rPr>
              <a:t>에멀전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383280"/>
            <a:ext cx="21488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367588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A2620"/>
                </a:solidFill>
                <a:latin typeface="Apple SD Gothic Neo"/>
                <a:ea typeface="Apple SD Gothic Neo"/>
              </a:rPr>
              <a:t>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3327" y="3383280"/>
            <a:ext cx="214884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3327" y="367588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A2620"/>
                </a:solidFill>
                <a:latin typeface="Apple SD Gothic Neo"/>
                <a:ea typeface="Apple SD Gothic Neo"/>
              </a:rPr>
              <a:t>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② 모질 · 약제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말이 아니라, 그림으로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3108960"/>
          </a:xfrm>
          <a:prstGeom prst="roundRect">
            <a:avLst/>
          </a:prstGeom>
          <a:noFill/>
          <a:ln w="17780">
            <a:solidFill>
              <a:srgbClr val="DDD6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2651760"/>
            <a:ext cx="5029200" cy="3108960"/>
          </a:xfrm>
          <a:prstGeom prst="roundRect">
            <a:avLst/>
          </a:prstGeom>
          <a:noFill/>
          <a:ln w="17780">
            <a:solidFill>
              <a:srgbClr val="DDD6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③ 커트 =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2A2620"/>
                </a:solidFill>
                <a:latin typeface="Apple SD Gothic Neo"/>
                <a:ea typeface="Apple SD Gothic Neo"/>
              </a:rPr>
              <a:t>접으면, 힘이 절반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③ 커트 =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작용과, 반작용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24612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9A9385"/>
                </a:solidFill>
                <a:latin typeface="Apple SD Gothic Neo"/>
                <a:ea typeface="Apple SD Gothic Neo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2004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24A2E"/>
                </a:solidFill>
                <a:latin typeface="Apple SD Gothic Neo"/>
                <a:ea typeface="Apple SD Gothic Neo"/>
              </a:rPr>
              <a:t>반작용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③ 커트 =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살아난 게 아니라,</a:t>
            </a:r>
          </a:p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이제야 보이는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8346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>
                <a:solidFill>
                  <a:srgbClr val="2A2620"/>
                </a:solidFill>
                <a:latin typeface="Apple SD Gothic Neo"/>
                <a:ea typeface="Apple SD Gothic Neo"/>
              </a:rPr>
              <a:t>궁금한 것부터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⑤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제품을 바꿔, 눈으로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3787" y="3383280"/>
            <a:ext cx="228600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3787" y="367588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PB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49827" y="3383280"/>
            <a:ext cx="228600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9827" y="367588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이찌마루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3383280"/>
            <a:ext cx="228600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5867" y="367588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아모스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1907" y="3383280"/>
            <a:ext cx="2286000" cy="105156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1907" y="367588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2620"/>
                </a:solidFill>
                <a:latin typeface="Apple SD Gothic Neo"/>
                <a:ea typeface="Apple SD Gothic Neo"/>
              </a:rPr>
              <a:t>시세이도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⑤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A2620"/>
                </a:solidFill>
                <a:latin typeface="Apple SD Gothic Neo"/>
                <a:ea typeface="Apple SD Gothic Neo"/>
              </a:rPr>
              <a:t>한 모다발 = 한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3832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340156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A9385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3832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40156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A9385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3832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40156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A9385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3832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A2620"/>
                </a:solidFill>
                <a:latin typeface="Apple SD Gothic Neo"/>
                <a:ea typeface="Apple SD Gothic Neo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150">
                <a:solidFill>
                  <a:srgbClr val="9A9385"/>
                </a:solidFill>
                <a:latin typeface="Apple SD Gothic Neo"/>
                <a:ea typeface="Apple SD Gothic Neo"/>
              </a:rPr>
              <a:t>닫으며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2A2620"/>
                </a:solidFill>
                <a:latin typeface="Apple SD Gothic Neo"/>
                <a:ea typeface="Apple SD Gothic Neo"/>
              </a:rPr>
              <a:t>쪼갤수록,</a:t>
            </a:r>
          </a:p>
          <a:p>
            <a:pPr algn="l">
              <a:lnSpc>
                <a:spcPct val="118000"/>
              </a:lnSpc>
            </a:pPr>
            <a:r>
              <a:rPr sz="5400" b="1">
                <a:solidFill>
                  <a:srgbClr val="2A2620"/>
                </a:solidFill>
                <a:latin typeface="Apple SD Gothic Neo"/>
                <a:ea typeface="Apple SD Gothic Neo"/>
              </a:rPr>
              <a:t>쉬워진다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5"/>
                </a:solidFill>
                <a:latin typeface="Apple SD Gothic Neo"/>
                <a:ea typeface="Apple SD Gothic Ne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
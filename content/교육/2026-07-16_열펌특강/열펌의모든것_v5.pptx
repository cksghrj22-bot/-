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오프닝. 갈라짐 도식만. 하나가 여럿으로. 강사가 '오늘 이걸 쪼갭니다'로 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제목. 강사가 '오늘 이걸 쪼갭니다'로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하나를 깊게 파는 날이 아니라, 다섯을 쪼개보는 날. 강사가 훑는다.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'열펌'이라는 말부터 쪼갠다. 열|펌. 강사가 열은 왜/펌이란 무엇/롤러볼vs판을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열마다 하는 일이 다르다. 40-55 / 100+ / 140. 강사가 각 구간 특성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약도 쪼갠다. 연화제·팩·환원제. 강사가 성희 약 분해 해석을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손상·모질에 약제를 맞춘다. 크림·에멀전·겔·물. 강사가 각 제형 장점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말이 아니라 그림으로. 곱슬 모양표 + 연화·볼륨 변화표. 핀터레스트 이미지로 채운다.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접힐 자리를 만들면 힘이 절반. 강사가 열 100 vs 50, 손상 절반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모든 가위질엔 작용과 반작용. 강사가 걷어내면 접힌다 / 너무 걷어내면 부스스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'펌이 살아났다'가 아니라 '이제야 보인다'. 공간이 있어야 컬이 보인다. 강사가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Q&amp;A. 워드월 질문을 함께 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실험. 모다발로 제품 비교. PB·이찌마루·아모스S·시세이도M. 조건은 하나만 바꾼다.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모다발 = 한 데이터. 진단→선택→결과→다음. 강사가 말로.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마무리. 쪼갤수록 쉬워진다. 개편안처럼 홀로 선 아이로 닫는다. 워드월로 한 번 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246827" y="2584094"/>
            <a:ext cx="1484985" cy="1689811"/>
          </a:xfrm>
          <a:custGeom>
            <a:avLst/>
            <a:gdLst/>
            <a:ahLst/>
            <a:cxnLst/>
            <a:rect l="l" t="t" r="r" b="b"/>
            <a:pathLst>
              <a:path w="1484985" h="1689811">
                <a:moveTo>
                  <a:pt x="742493" y="0"/>
                </a:moveTo>
                <a:lnTo>
                  <a:pt x="0" y="1689811"/>
                </a:lnTo>
                <a:lnTo>
                  <a:pt x="1484985" y="1689811"/>
                </a:lnTo>
                <a:close/>
              </a:path>
            </a:pathLst>
          </a:custGeom>
          <a:noFill/>
          <a:ln w="3048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3557016" y="3429000"/>
            <a:ext cx="1792224" cy="0"/>
          </a:xfrm>
          <a:prstGeom prst="line">
            <a:avLst/>
          </a:prstGeom>
          <a:ln w="2794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88920" y="3044952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C1C1C"/>
                </a:solidFill>
                <a:latin typeface="Apple SD Gothic Neo"/>
                <a:ea typeface="Apple SD Gothic Neo"/>
              </a:rPr>
              <a:t>?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6629400" y="1252728"/>
            <a:ext cx="2304288" cy="2176272"/>
          </a:xfrm>
          <a:prstGeom prst="line">
            <a:avLst/>
          </a:prstGeom>
          <a:ln w="27940">
            <a:solidFill>
              <a:srgbClr val="B891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629400" y="2703576"/>
            <a:ext cx="2304288" cy="725424"/>
          </a:xfrm>
          <a:prstGeom prst="line">
            <a:avLst/>
          </a:prstGeom>
          <a:ln w="2794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29400" y="3429000"/>
            <a:ext cx="2304288" cy="725423"/>
          </a:xfrm>
          <a:prstGeom prst="line">
            <a:avLst/>
          </a:prstGeom>
          <a:ln w="2794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629400" y="3429000"/>
            <a:ext cx="2304288" cy="2176272"/>
          </a:xfrm>
          <a:prstGeom prst="line">
            <a:avLst/>
          </a:prstGeom>
          <a:ln w="2794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Apple SD Gothic Neo"/>
                <a:ea typeface="Apple SD Gothic Neo"/>
              </a:rPr>
              <a:t>AT NOWN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1C1C1C"/>
                </a:solidFill>
                <a:latin typeface="Apple SD Gothic Neo"/>
                <a:ea typeface="Apple SD Gothic Neo"/>
              </a:rPr>
              <a:t>열펌의 모든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79476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808080"/>
                </a:solidFill>
                <a:latin typeface="Apple SD Gothic Neo"/>
                <a:ea typeface="Apple SD Gothic Neo"/>
              </a:rPr>
              <a:t>분해하다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8064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08080"/>
                </a:solidFill>
                <a:latin typeface="Apple SD Gothic Neo"/>
                <a:ea typeface="Apple SD Gothic Neo"/>
              </a:rPr>
              <a:t>차노 · 2026. 7. 16 · 앳나운플레이스 3F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Apple SD Gothic Neo"/>
                <a:ea typeface="Apple SD Gothic Neo"/>
              </a:rPr>
              <a:t>AT 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C1C"/>
                </a:solidFill>
                <a:latin typeface="Apple SD Gothic Neo"/>
                <a:ea typeface="Apple SD Gothic Neo"/>
              </a:rPr>
              <a:t>오늘, 무엇을 쪼갤까?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81328"/>
            <a:ext cx="10543032" cy="0"/>
          </a:xfrm>
          <a:prstGeom prst="line">
            <a:avLst/>
          </a:prstGeom>
          <a:ln w="2032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86968" y="1965959"/>
            <a:ext cx="512064" cy="512064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93391"/>
            <a:ext cx="512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pple SD Gothic Neo"/>
                <a:ea typeface="Apple SD Gothic Ne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6596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C1C1C"/>
                </a:solidFill>
                <a:latin typeface="Apple SD Gothic Neo"/>
                <a:ea typeface="Apple SD Gothic Neo"/>
              </a:rPr>
              <a:t>분해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4688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08080"/>
                </a:solidFill>
                <a:latin typeface="Apple SD Gothic Neo"/>
                <a:ea typeface="Apple SD Gothic Neo"/>
              </a:rPr>
              <a:t>약과 '열펌'이라는 말부터</a:t>
            </a:r>
          </a:p>
        </p:txBody>
      </p:sp>
      <p:sp>
        <p:nvSpPr>
          <p:cNvPr id="9" name="Oval 8"/>
          <p:cNvSpPr/>
          <p:nvPr/>
        </p:nvSpPr>
        <p:spPr>
          <a:xfrm>
            <a:off x="886968" y="2752344"/>
            <a:ext cx="512064" cy="512064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779775"/>
            <a:ext cx="512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pple SD Gothic Neo"/>
                <a:ea typeface="Apple SD Gothic Ne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52344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C1C1C"/>
                </a:solidFill>
                <a:latin typeface="Apple SD Gothic Neo"/>
                <a:ea typeface="Apple SD Gothic Neo"/>
              </a:rPr>
              <a:t>모질 · 약제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255263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08080"/>
                </a:solidFill>
                <a:latin typeface="Apple SD Gothic Neo"/>
                <a:ea typeface="Apple SD Gothic Neo"/>
              </a:rPr>
              <a:t>크림 · 에멀전 · 겔 · 물</a:t>
            </a:r>
          </a:p>
        </p:txBody>
      </p:sp>
      <p:sp>
        <p:nvSpPr>
          <p:cNvPr id="13" name="Oval 12"/>
          <p:cNvSpPr/>
          <p:nvPr/>
        </p:nvSpPr>
        <p:spPr>
          <a:xfrm>
            <a:off x="886968" y="3538728"/>
            <a:ext cx="512064" cy="512064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566160"/>
            <a:ext cx="512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pple SD Gothic Neo"/>
                <a:ea typeface="Apple SD Gothic Ne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53872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C1C1C"/>
                </a:solidFill>
                <a:latin typeface="Apple SD Gothic Neo"/>
                <a:ea typeface="Apple SD Gothic Neo"/>
              </a:rPr>
              <a:t>커트 = 공간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04164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08080"/>
                </a:solidFill>
                <a:latin typeface="Apple SD Gothic Neo"/>
                <a:ea typeface="Apple SD Gothic Neo"/>
              </a:rPr>
              <a:t>펌이 살아났다, 그리고 접기</a:t>
            </a:r>
          </a:p>
        </p:txBody>
      </p:sp>
      <p:sp>
        <p:nvSpPr>
          <p:cNvPr id="17" name="Oval 16"/>
          <p:cNvSpPr/>
          <p:nvPr/>
        </p:nvSpPr>
        <p:spPr>
          <a:xfrm>
            <a:off x="886968" y="4325112"/>
            <a:ext cx="512064" cy="512064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352544"/>
            <a:ext cx="512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pple SD Gothic Neo"/>
                <a:ea typeface="Apple SD Gothic Ne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325112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C1C1C"/>
                </a:solidFill>
                <a:latin typeface="Apple SD Gothic Neo"/>
                <a:ea typeface="Apple SD Gothic Neo"/>
              </a:rPr>
              <a:t>Q &amp;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828032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08080"/>
                </a:solidFill>
                <a:latin typeface="Apple SD Gothic Neo"/>
                <a:ea typeface="Apple SD Gothic Neo"/>
              </a:rPr>
              <a:t>궁금한 것부터 함께</a:t>
            </a:r>
          </a:p>
        </p:txBody>
      </p:sp>
      <p:sp>
        <p:nvSpPr>
          <p:cNvPr id="21" name="Oval 20"/>
          <p:cNvSpPr/>
          <p:nvPr/>
        </p:nvSpPr>
        <p:spPr>
          <a:xfrm>
            <a:off x="886968" y="5111496"/>
            <a:ext cx="512064" cy="512064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138928"/>
            <a:ext cx="512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pple SD Gothic Neo"/>
                <a:ea typeface="Apple SD Gothic Ne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111496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C1C1C"/>
                </a:solidFill>
                <a:latin typeface="Apple SD Gothic Neo"/>
                <a:ea typeface="Apple SD Gothic Neo"/>
              </a:rPr>
              <a:t>실험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614416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08080"/>
                </a:solidFill>
                <a:latin typeface="Apple SD Gothic Neo"/>
                <a:ea typeface="Apple SD Gothic Neo"/>
              </a:rPr>
              <a:t>모다발로 제품을 비교한다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486400"/>
            <a:ext cx="10543032" cy="658368"/>
          </a:xfrm>
          <a:prstGeom prst="roundRect">
            <a:avLst>
              <a:gd name="adj" fmla="val 12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32704"/>
            <a:ext cx="105430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C1C1C"/>
                </a:solidFill>
                <a:latin typeface="Apple SD Gothic Neo"/>
                <a:ea typeface="Apple SD Gothic Neo"/>
              </a:rPr>
              <a:t>쪼개봐야, 내 것이 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Apple SD Gothic Neo"/>
                <a:ea typeface="Apple SD Gothic Neo"/>
              </a:rPr>
              <a:t>AT NOWN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Apple SD Gothic Neo"/>
                <a:ea typeface="Apple SD Gothic Ne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C1C"/>
                </a:solidFill>
                <a:latin typeface="Apple SD Gothic Neo"/>
                <a:ea typeface="Apple SD Gothic Neo"/>
              </a:rPr>
              <a:t>'열펌'이라는 말부터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81328"/>
            <a:ext cx="10543032" cy="0"/>
          </a:xfrm>
          <a:prstGeom prst="line">
            <a:avLst/>
          </a:prstGeom>
          <a:ln w="2032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468880" y="246888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0" b="1">
                <a:solidFill>
                  <a:srgbClr val="1C1C1C"/>
                </a:solidFill>
                <a:latin typeface="Apple SD Gothic Neo"/>
                <a:ea typeface="Apple SD Gothic Neo"/>
              </a:rPr>
              <a:t>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0" y="2468880"/>
            <a:ext cx="0" cy="2560320"/>
          </a:xfrm>
          <a:prstGeom prst="line">
            <a:avLst/>
          </a:prstGeom>
          <a:ln w="25400">
            <a:solidFill>
              <a:srgbClr val="B891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0" y="246888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0" b="1">
                <a:solidFill>
                  <a:srgbClr val="1C1C1C"/>
                </a:solidFill>
                <a:latin typeface="Apple SD Gothic Neo"/>
                <a:ea typeface="Apple SD Gothic Neo"/>
              </a:rPr>
              <a:t>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Apple SD Gothic Neo"/>
                <a:ea typeface="Apple SD Gothic Neo"/>
              </a:rPr>
              <a:t>AT 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Apple SD Gothic Neo"/>
                <a:ea typeface="Apple SD Gothic Ne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C1C"/>
                </a:solidFill>
                <a:latin typeface="Apple SD Gothic Neo"/>
                <a:ea typeface="Apple SD Gothic Neo"/>
              </a:rPr>
              <a:t>열마다, 하는 일이 다르다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81328"/>
            <a:ext cx="10543032" cy="0"/>
          </a:xfrm>
          <a:prstGeom prst="line">
            <a:avLst/>
          </a:prstGeom>
          <a:ln w="2032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3840480"/>
            <a:ext cx="9601200" cy="0"/>
          </a:xfrm>
          <a:prstGeom prst="line">
            <a:avLst/>
          </a:prstGeom>
          <a:ln w="2286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513331" y="3785616"/>
            <a:ext cx="109728" cy="109728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5" y="318211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C1C1C"/>
                </a:solidFill>
                <a:latin typeface="Apple SD Gothic Neo"/>
                <a:ea typeface="Apple SD Gothic Neo"/>
              </a:rPr>
              <a:t>40–55°C</a:t>
            </a:r>
          </a:p>
        </p:txBody>
      </p:sp>
      <p:sp>
        <p:nvSpPr>
          <p:cNvPr id="8" name="Oval 7"/>
          <p:cNvSpPr/>
          <p:nvPr/>
        </p:nvSpPr>
        <p:spPr>
          <a:xfrm>
            <a:off x="5257800" y="3785616"/>
            <a:ext cx="109728" cy="109728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06824" y="318211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C1C1C"/>
                </a:solidFill>
                <a:latin typeface="Apple SD Gothic Neo"/>
                <a:ea typeface="Apple SD Gothic Neo"/>
              </a:rPr>
              <a:t>100°C +</a:t>
            </a:r>
          </a:p>
        </p:txBody>
      </p:sp>
      <p:sp>
        <p:nvSpPr>
          <p:cNvPr id="10" name="Oval 9"/>
          <p:cNvSpPr/>
          <p:nvPr/>
        </p:nvSpPr>
        <p:spPr>
          <a:xfrm>
            <a:off x="8906256" y="3785616"/>
            <a:ext cx="109728" cy="109728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318211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C1C1C"/>
                </a:solidFill>
                <a:latin typeface="Apple SD Gothic Neo"/>
                <a:ea typeface="Apple SD Gothic Neo"/>
              </a:rPr>
              <a:t>140°C ~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Apple SD Gothic Neo"/>
                <a:ea typeface="Apple SD Gothic Neo"/>
              </a:rPr>
              <a:t>AT 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Apple SD Gothic Neo"/>
                <a:ea typeface="Apple SD Gothic Ne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C1C"/>
                </a:solidFill>
                <a:latin typeface="Apple SD Gothic Neo"/>
                <a:ea typeface="Apple SD Gothic Neo"/>
              </a:rPr>
              <a:t>약도, 쪼개진다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81328"/>
            <a:ext cx="10543032" cy="0"/>
          </a:xfrm>
          <a:prstGeom prst="line">
            <a:avLst/>
          </a:prstGeom>
          <a:ln w="2032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417320" y="274320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24912" y="3154680"/>
            <a:ext cx="128016" cy="128016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40156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C1C1C"/>
                </a:solidFill>
                <a:latin typeface="Apple SD Gothic Neo"/>
                <a:ea typeface="Apple SD Gothic Neo"/>
              </a:rPr>
              <a:t>연화제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74320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25312" y="3154680"/>
            <a:ext cx="128016" cy="128016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40156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C1C1C"/>
                </a:solidFill>
                <a:latin typeface="Apple SD Gothic Neo"/>
                <a:ea typeface="Apple SD Gothic Neo"/>
              </a:rPr>
              <a:t>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74320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25712" y="3154680"/>
            <a:ext cx="128016" cy="128016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401568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C1C1C"/>
                </a:solidFill>
                <a:latin typeface="Apple SD Gothic Neo"/>
                <a:ea typeface="Apple SD Gothic Neo"/>
              </a:rPr>
              <a:t>환원제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Apple SD Gothic Neo"/>
                <a:ea typeface="Apple SD Gothic Neo"/>
              </a:rPr>
              <a:t>AT NOWN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Apple SD Gothic Neo"/>
                <a:ea typeface="Apple SD Gothic Ne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C1C"/>
                </a:solidFill>
                <a:latin typeface="Apple SD Gothic Neo"/>
                <a:ea typeface="Apple SD Gothic Neo"/>
              </a:rPr>
              <a:t>모질에, 약제를 맞춘다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81328"/>
            <a:ext cx="10543032" cy="0"/>
          </a:xfrm>
          <a:prstGeom prst="line">
            <a:avLst/>
          </a:prstGeom>
          <a:ln w="2032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68680" y="274320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93392" y="3154680"/>
            <a:ext cx="128016" cy="128016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0156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C1C1C"/>
                </a:solidFill>
                <a:latin typeface="Apple SD Gothic Neo"/>
                <a:ea typeface="Apple SD Gothic Neo"/>
              </a:rPr>
              <a:t>크림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74320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5151" y="3154680"/>
            <a:ext cx="128016" cy="128016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39" y="340156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C1C1C"/>
                </a:solidFill>
                <a:latin typeface="Apple SD Gothic Neo"/>
                <a:ea typeface="Apple SD Gothic Neo"/>
              </a:rPr>
              <a:t>에멀전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74320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96912" y="3154680"/>
            <a:ext cx="128016" cy="128016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340156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C1C1C"/>
                </a:solidFill>
                <a:latin typeface="Apple SD Gothic Neo"/>
                <a:ea typeface="Apple SD Gothic Neo"/>
              </a:rPr>
              <a:t>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59" y="274320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48672" y="3154680"/>
            <a:ext cx="128016" cy="128016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59" y="340156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C1C1C"/>
                </a:solidFill>
                <a:latin typeface="Apple SD Gothic Neo"/>
                <a:ea typeface="Apple SD Gothic Neo"/>
              </a:rPr>
              <a:t>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Apple SD Gothic Neo"/>
                <a:ea typeface="Apple SD Gothic Neo"/>
              </a:rPr>
              <a:t>AT NOWN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Apple SD Gothic Neo"/>
                <a:ea typeface="Apple SD Gothic Ne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C1C"/>
                </a:solidFill>
                <a:latin typeface="Apple SD Gothic Neo"/>
                <a:ea typeface="Apple SD Gothic Neo"/>
              </a:rPr>
              <a:t>말이 아니라, 그림으로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81328"/>
            <a:ext cx="10543032" cy="0"/>
          </a:xfrm>
          <a:prstGeom prst="line">
            <a:avLst/>
          </a:prstGeom>
          <a:ln w="2032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68680" y="2286000"/>
            <a:ext cx="5029200" cy="338328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490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808080"/>
                </a:solidFill>
                <a:latin typeface="Apple SD Gothic Neo"/>
                <a:ea typeface="Apple SD Gothic Neo"/>
              </a:rPr>
              <a:t>곱슬 모양표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286000"/>
            <a:ext cx="5029200" cy="338328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37490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808080"/>
                </a:solidFill>
                <a:latin typeface="Apple SD Gothic Neo"/>
                <a:ea typeface="Apple SD Gothic Neo"/>
              </a:rPr>
              <a:t>연화 · 볼륨 변화표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Apple SD Gothic Neo"/>
                <a:ea typeface="Apple SD Gothic Neo"/>
              </a:rPr>
              <a:t>AT NOWN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Apple SD Gothic Neo"/>
                <a:ea typeface="Apple SD Gothic Ne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64240" cy="6492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>
                <a:solidFill>
                  <a:srgbClr val="1C1C1C"/>
                </a:solidFill>
                <a:latin typeface="Apple SD Gothic Neo"/>
                <a:ea typeface="Apple SD Gothic Neo"/>
              </a:rPr>
              <a:t>접으면, 힘이 절반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Apple SD Gothic Neo"/>
                <a:ea typeface="Apple SD Gothic Neo"/>
              </a:rPr>
              <a:t>AT NOWN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Apple SD Gothic Neo"/>
                <a:ea typeface="Apple SD Gothic Ne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C1C"/>
                </a:solidFill>
                <a:latin typeface="Apple SD Gothic Neo"/>
                <a:ea typeface="Apple SD Gothic Neo"/>
              </a:rPr>
              <a:t>작용과, 반작용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81328"/>
            <a:ext cx="10543032" cy="0"/>
          </a:xfrm>
          <a:prstGeom prst="line">
            <a:avLst/>
          </a:prstGeom>
          <a:ln w="2032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80160" y="301752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C1C1C"/>
                </a:solidFill>
                <a:latin typeface="Apple SD Gothic Neo"/>
                <a:ea typeface="Apple SD Gothic Neo"/>
              </a:rPr>
              <a:t>작용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154680"/>
            <a:ext cx="1188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>
                <a:solidFill>
                  <a:srgbClr val="808080"/>
                </a:solidFill>
                <a:latin typeface="Apple SD Gothic Neo"/>
                <a:ea typeface="Apple SD Gothic Neo"/>
              </a:rPr>
              <a:t>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1752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B8912E"/>
                </a:solidFill>
                <a:latin typeface="Apple SD Gothic Neo"/>
                <a:ea typeface="Apple SD Gothic Neo"/>
              </a:rPr>
              <a:t>반작용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Apple SD Gothic Neo"/>
                <a:ea typeface="Apple SD Gothic Neo"/>
              </a:rPr>
              <a:t>AT 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Apple SD Gothic Neo"/>
                <a:ea typeface="Apple SD Gothic Ne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64240" cy="6492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600" b="1">
                <a:solidFill>
                  <a:srgbClr val="1C1C1C"/>
                </a:solidFill>
                <a:latin typeface="Apple SD Gothic Neo"/>
                <a:ea typeface="Apple SD Gothic Neo"/>
              </a:rPr>
              <a:t>살아난 게 아니라,</a:t>
            </a:r>
          </a:p>
          <a:p>
            <a:pPr algn="ctr">
              <a:lnSpc>
                <a:spcPct val="120000"/>
              </a:lnSpc>
            </a:pPr>
            <a:r>
              <a:rPr sz="4600" b="1">
                <a:solidFill>
                  <a:srgbClr val="1C1C1C"/>
                </a:solidFill>
                <a:latin typeface="Apple SD Gothic Neo"/>
                <a:ea typeface="Apple SD Gothic Neo"/>
              </a:rPr>
              <a:t>이제야 보이는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Apple SD Gothic Neo"/>
                <a:ea typeface="Apple SD Gothic Neo"/>
              </a:rPr>
              <a:t>AT NOWN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Apple SD Gothic Neo"/>
                <a:ea typeface="Apple SD Gothic Ne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64240" cy="6492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>
                <a:solidFill>
                  <a:srgbClr val="1C1C1C"/>
                </a:solidFill>
                <a:latin typeface="Apple SD Gothic Neo"/>
                <a:ea typeface="Apple SD Gothic Neo"/>
              </a:rPr>
              <a:t>궁금한 것부터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Apple SD Gothic Neo"/>
                <a:ea typeface="Apple SD Gothic Neo"/>
              </a:rPr>
              <a:t>AT NOWN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Apple SD Gothic Neo"/>
                <a:ea typeface="Apple SD Gothic Ne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C1C"/>
                </a:solidFill>
                <a:latin typeface="Apple SD Gothic Neo"/>
                <a:ea typeface="Apple SD Gothic Neo"/>
              </a:rPr>
              <a:t>제품을 바꿔, 눈으로 확인한다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81328"/>
            <a:ext cx="10543032" cy="0"/>
          </a:xfrm>
          <a:prstGeom prst="line">
            <a:avLst/>
          </a:prstGeom>
          <a:ln w="2032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08080"/>
                </a:solidFill>
                <a:latin typeface="Apple SD Gothic Neo"/>
                <a:ea typeface="Apple SD Gothic Neo"/>
              </a:rPr>
              <a:t>같은 모다발을 나눠, 조건은 하나만 — 그래야 차이가 제품의 것이 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9260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93392" y="3337560"/>
            <a:ext cx="128016" cy="128016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5844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C1C1C"/>
                </a:solidFill>
                <a:latin typeface="Apple SD Gothic Neo"/>
                <a:ea typeface="Apple SD Gothic Neo"/>
              </a:rPr>
              <a:t>PB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4164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08080"/>
                </a:solidFill>
                <a:latin typeface="Apple SD Gothic Neo"/>
                <a:ea typeface="Apple SD Gothic Neo"/>
              </a:rPr>
              <a:t>모다발 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29260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45151" y="3337560"/>
            <a:ext cx="128016" cy="128016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39" y="35844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C1C1C"/>
                </a:solidFill>
                <a:latin typeface="Apple SD Gothic Neo"/>
                <a:ea typeface="Apple SD Gothic Neo"/>
              </a:rPr>
              <a:t>이찌마루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39" y="404164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08080"/>
                </a:solidFill>
                <a:latin typeface="Apple SD Gothic Neo"/>
                <a:ea typeface="Apple SD Gothic Neo"/>
              </a:rPr>
              <a:t>모다발 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9260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96912" y="3337560"/>
            <a:ext cx="128016" cy="128016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5844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C1C1C"/>
                </a:solidFill>
                <a:latin typeface="Apple SD Gothic Neo"/>
                <a:ea typeface="Apple SD Gothic Neo"/>
              </a:rPr>
              <a:t>아모스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04164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08080"/>
                </a:solidFill>
                <a:latin typeface="Apple SD Gothic Neo"/>
                <a:ea typeface="Apple SD Gothic Neo"/>
              </a:rPr>
              <a:t>모다발 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59" y="29260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48672" y="3337560"/>
            <a:ext cx="128016" cy="128016"/>
          </a:xfrm>
          <a:prstGeom prst="ellipse">
            <a:avLst/>
          </a:prstGeom>
          <a:solidFill>
            <a:srgbClr val="B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59" y="35844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C1C1C"/>
                </a:solidFill>
                <a:latin typeface="Apple SD Gothic Neo"/>
                <a:ea typeface="Apple SD Gothic Neo"/>
              </a:rPr>
              <a:t>시세이도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59" y="404164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08080"/>
                </a:solidFill>
                <a:latin typeface="Apple SD Gothic Neo"/>
                <a:ea typeface="Apple SD Gothic Neo"/>
              </a:rPr>
              <a:t>모다발 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Apple SD Gothic Neo"/>
                <a:ea typeface="Apple SD Gothic Neo"/>
              </a:rPr>
              <a:t>AT NOWN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Apple SD Gothic Neo"/>
                <a:ea typeface="Apple SD Gothic Ne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C1C1C"/>
                </a:solidFill>
                <a:latin typeface="Apple SD Gothic Neo"/>
                <a:ea typeface="Apple SD Gothic Neo"/>
              </a:rPr>
              <a:t>한 모다발 = 한 데이터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481328"/>
            <a:ext cx="10543032" cy="0"/>
          </a:xfrm>
          <a:prstGeom prst="line">
            <a:avLst/>
          </a:prstGeom>
          <a:ln w="20320">
            <a:solidFill>
              <a:srgbClr val="E4E3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353312" y="3090672"/>
            <a:ext cx="1316736" cy="1316736"/>
          </a:xfrm>
          <a:prstGeom prst="ellipse">
            <a:avLst/>
          </a:prstGeom>
          <a:solidFill>
            <a:srgbClr val="F2F1ED"/>
          </a:solidFill>
          <a:ln w="19050">
            <a:solidFill>
              <a:srgbClr val="E4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53312" y="3456432"/>
            <a:ext cx="1316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C1C1C"/>
                </a:solidFill>
                <a:latin typeface="Apple SD Gothic Neo"/>
                <a:ea typeface="Apple SD Gothic Neo"/>
              </a:rPr>
              <a:t>진단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3803903"/>
            <a:ext cx="1316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808080"/>
                </a:solidFill>
                <a:latin typeface="Apple SD Gothic Neo"/>
                <a:ea typeface="Apple SD Gothic Neo"/>
              </a:rPr>
              <a:t>모질·손상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70048" y="3749039"/>
            <a:ext cx="1243584" cy="0"/>
          </a:xfrm>
          <a:prstGeom prst="line">
            <a:avLst/>
          </a:prstGeom>
          <a:ln w="2032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913632" y="3090672"/>
            <a:ext cx="1316736" cy="1316736"/>
          </a:xfrm>
          <a:prstGeom prst="ellipse">
            <a:avLst/>
          </a:prstGeom>
          <a:solidFill>
            <a:srgbClr val="F2F1ED"/>
          </a:solidFill>
          <a:ln w="19050">
            <a:solidFill>
              <a:srgbClr val="E4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13632" y="3456432"/>
            <a:ext cx="1316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C1C1C"/>
                </a:solidFill>
                <a:latin typeface="Apple SD Gothic Neo"/>
                <a:ea typeface="Apple SD Gothic Neo"/>
              </a:rPr>
              <a:t>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13632" y="3803903"/>
            <a:ext cx="1316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808080"/>
                </a:solidFill>
                <a:latin typeface="Apple SD Gothic Neo"/>
                <a:ea typeface="Apple SD Gothic Neo"/>
              </a:rPr>
              <a:t>제품·온도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30368" y="3749039"/>
            <a:ext cx="1243584" cy="0"/>
          </a:xfrm>
          <a:prstGeom prst="line">
            <a:avLst/>
          </a:prstGeom>
          <a:ln w="2032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473952" y="3090672"/>
            <a:ext cx="1316736" cy="1316736"/>
          </a:xfrm>
          <a:prstGeom prst="ellipse">
            <a:avLst/>
          </a:prstGeom>
          <a:solidFill>
            <a:srgbClr val="F2F1ED"/>
          </a:solidFill>
          <a:ln w="19050">
            <a:solidFill>
              <a:srgbClr val="E4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3456432"/>
            <a:ext cx="1316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C1C1C"/>
                </a:solidFill>
                <a:latin typeface="Apple SD Gothic Neo"/>
                <a:ea typeface="Apple SD Gothic Neo"/>
              </a:rPr>
              <a:t>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803903"/>
            <a:ext cx="1316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808080"/>
                </a:solidFill>
                <a:latin typeface="Apple SD Gothic Neo"/>
                <a:ea typeface="Apple SD Gothic Neo"/>
              </a:rPr>
              <a:t>비교 사진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90688" y="3749039"/>
            <a:ext cx="1243584" cy="0"/>
          </a:xfrm>
          <a:prstGeom prst="line">
            <a:avLst/>
          </a:prstGeom>
          <a:ln w="2032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034272" y="3090672"/>
            <a:ext cx="1316736" cy="1316736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3456432"/>
            <a:ext cx="1316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</a:rPr>
              <a:t>다음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3803903"/>
            <a:ext cx="1316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</a:rPr>
              <a:t>바꿀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Apple SD Gothic Neo"/>
                <a:ea typeface="Apple SD Gothic Neo"/>
              </a:rPr>
              <a:t>AT NOWN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2910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08080"/>
                </a:solidFill>
                <a:latin typeface="Apple SD Gothic Neo"/>
                <a:ea typeface="Apple SD Gothic Ne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291840" y="4297680"/>
            <a:ext cx="5596128" cy="0"/>
          </a:xfrm>
          <a:prstGeom prst="line">
            <a:avLst/>
          </a:prstGeom>
          <a:ln w="1778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982919" y="3845052"/>
            <a:ext cx="0" cy="452628"/>
          </a:xfrm>
          <a:prstGeom prst="line">
            <a:avLst/>
          </a:prstGeom>
          <a:ln w="762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96888" y="3845052"/>
            <a:ext cx="0" cy="452628"/>
          </a:xfrm>
          <a:prstGeom prst="line">
            <a:avLst/>
          </a:prstGeom>
          <a:ln w="762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875934" y="3170224"/>
            <a:ext cx="427939" cy="674827"/>
          </a:xfrm>
          <a:prstGeom prst="roundRect">
            <a:avLst>
              <a:gd name="adj" fmla="val 22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5530291" y="3301898"/>
            <a:ext cx="345643" cy="16459"/>
          </a:xfrm>
          <a:prstGeom prst="line">
            <a:avLst/>
          </a:prstGeom>
          <a:ln w="762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303873" y="3301898"/>
            <a:ext cx="345643" cy="16459"/>
          </a:xfrm>
          <a:prstGeom prst="line">
            <a:avLst/>
          </a:prstGeom>
          <a:ln w="76200">
            <a:solidFill>
              <a:srgbClr val="1C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843016" y="2725826"/>
            <a:ext cx="493776" cy="493776"/>
          </a:xfrm>
          <a:prstGeom prst="ellipse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C1C1C"/>
                </a:solidFill>
                <a:latin typeface="Apple SD Gothic Neo"/>
                <a:ea typeface="Apple SD Gothic Neo"/>
              </a:rPr>
              <a:t>쪼갤수록, 쉬워진다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200">
                <a:solidFill>
                  <a:srgbClr val="808080"/>
                </a:solidFill>
                <a:latin typeface="Apple SD Gothic Neo"/>
                <a:ea typeface="Apple SD Gothic Neo"/>
              </a:rPr>
              <a:t>AT NOWN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
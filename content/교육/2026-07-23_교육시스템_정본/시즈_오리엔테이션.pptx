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환영 인사. 오늘 발표: 교육 큰 그림 → 코스 → 커리큘럼 → 일정 → 준비물 → 디자이너 조건 → SNS → Q&amp;A. 편하게 질문받겠다고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1·2레벨은 기초와 마인드. 3레벨부터 현장 실전. 4레벨은 SNS로 나를 알리는 능력. 5레벨이 디자이너 승급.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코스는 커리큘럼이 다른 게 아니라 기간·범위가 다르다. 업스타일 포함 여부가 한남/청담 차이.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정규 5개 라인, 선생님 6명. 각자 자기 라인을 레벨 순서로 진행. 총 70과목.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교육은 8월 둘째 주부터 12월 첫 주까지. 요일은 골고루 흩어 배분. 시험은 12월 21일.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준비물은 전날, 과제는 다음 수업 전. 가발과 약제는 실수하면 되돌릴 수 없으니 안전과 신중함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승급은 두 갈래: 헤어쇼 기준(4레벨 50%, 5레벨 80%) 또는 KPI 최종조건 충족. KPI 채우면 무조건 디자이너.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자유롭게 질문받기. 위 4개는 자주 나오는 질문 예시.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앞으로의 성장 응원.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03504" y="27432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</a:t>
            </a:r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SYSTEM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58368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오리엔테이션 — 우리가 어떻게 디자이너가 되는가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43891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→ FIGHTER → SNS → DESIGNER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59436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하반기 · 8월 2째주 → 12월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큰 그림 · 이 순서대로 큰다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 → 5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손이랑 마음부터 → 혼자 서는 디자이너까지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1·2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완전 기초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04672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가위 잡는 것부터. "왜 이 일을 하는지" 먼저 심고 기본기를 몸에 붙인다.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74136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30168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3630168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630168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30168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실전 전투원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630168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진짜 손님 앞에. 배운 걸로 현장에서 부딪히며 실력을 굳힌다.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9632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55664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2" name="Text 20"/>
          <p:cNvSpPr/>
          <p:nvPr/>
        </p:nvSpPr>
        <p:spPr>
          <a:xfrm>
            <a:off x="6455664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455664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55664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SNS 소통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455664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실력 + 나를 보여주는 힘. SNS로 손님이 나를 찾아오게 만든다.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25128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81160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8" name="Text 26"/>
          <p:cNvSpPr/>
          <p:nvPr/>
        </p:nvSpPr>
        <p:spPr>
          <a:xfrm>
            <a:off x="928116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9281160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281160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281160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손님을 오게 하고 끝까지 케어. 여기까지 오면 승급!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코스로 가느냐 · 기간만 다르다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 · 한남 · 청담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8580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남자 전문 (맨즈)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원장 STAGE 0~7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8912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한남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8912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 6개월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 빼고 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 후 마지막 레벨 이수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9244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청담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09244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3년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36676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업스타일까지 전부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 커리큘럼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580644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한남은 청담보다 6개월 짧다 — 디자이너가 된 뒤 마지막 레벨 수업을 업스타일만 빼고 이수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무엇을 가르치나 · 정규 70과목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Teachers · 5 Lines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커트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2697480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기초(L1·2) → 디자인·시그니처(L3~5)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235440" y="269748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창엽 · 이호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35584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열펌 · 룩북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743200" y="3355848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남성 열펌·설계 → 여성 디자인 → 룩북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235440" y="335584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95928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0142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콜드펌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743200" y="4014216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 → 와인딩 → 기법 → 디자인 → 트렌드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235440" y="4014216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성희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654296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72584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업스타일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0" y="4672584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드라이·브레이드 → 업스타일 → 방송헤어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235440" y="4672584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보미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312664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330952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 방법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2743200" y="5330952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열펌 기초 → 질감 → 형용사 → 이미지·구조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235440" y="5330952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차노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971032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맨즈(옴므)는 와이 원장 STAGE 0~7 별도 줄기 · 특강(연교·재아·승현) 매월 3째주 금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하반기 · 언제 어떻게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8/10 → 12/6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651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정규교육 8월 2째주 ~ 12월 첫주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234440" y="2999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화·수·목·금·일에 배분 (월·토 휴무), 아침 07:30~09:30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493008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493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40156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레벨이 다르면 같은 날 병행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234440" y="37490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레벨(캘린더 L태그) 과목만 들으면 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242816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242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415137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 — 매월 2·4째주 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234440" y="44988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2명 이상일 때 시행 · 저녁 작업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99262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49926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490118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특강 — 매월 3째주 금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234440" y="5248656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· 연교 · 신후 · 재아 · 승현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42432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5742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34440" y="565099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입봉시험 — 12/21 (월)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234440" y="5998464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종료 후 2주 여유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PREPARE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시즈가 지킬 것 · 준비물 · 과제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Ready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66928" y="2770632"/>
            <a:ext cx="146304" cy="310896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67919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준비물은 수업 전날까지 세팅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914400" y="3008376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 · 마네킹 · 약제를 미리 챙긴다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483864"/>
            <a:ext cx="146304" cy="310896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392424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과제는 다음 수업 시작 전 제출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914400" y="3721608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촬영본 · 리포트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197096"/>
            <a:ext cx="146304" cy="310896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10565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가발·모델모는 되돌릴 수 없다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914400" y="44348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길게 시작하고 신중히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910328"/>
            <a:ext cx="146304" cy="310896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8188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약제·열기구는 안전 먼저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914400" y="5148072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온도·시간 기록, 화상 주의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5623560"/>
            <a:ext cx="146304" cy="310896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과목별 상세는 배포 문서 참조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914400" y="5861304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「과목별 준비물·과제·주의」 (선생님별)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 A DESIGNER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헤어디자이너 쇼 기준 · 승급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You Level Up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4·5레벨은 각자 디자이너가 되는 레벨.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인스타 헤어쇼(시그니처 쇼)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 실력을 눈으로 보여준다.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4레벨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기존 정량 기준 </a:t>
            </a:r>
            <a:pPr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통과</a:t>
            </a:r>
            <a:pPr indent="0" marL="0">
              <a:buNone/>
            </a:pPr>
            <a:r>
              <a:rPr lang="en-US" sz="14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  </a:t>
            </a:r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5레벨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통과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시 쇼 기준 성립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6118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최종 조건을 채우면 시험과 무관하게 무조건 디자이너 (KPI)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2084832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89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114800"/>
            <a:ext cx="20848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100명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798064" y="4114800"/>
            <a:ext cx="2084832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89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98064" y="4114800"/>
            <a:ext cx="20848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 500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47488" y="4114800"/>
            <a:ext cx="2084832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89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47488" y="4114800"/>
            <a:ext cx="20848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60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296912" y="4114800"/>
            <a:ext cx="2084832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89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96912" y="4114800"/>
            <a:ext cx="20848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70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546336" y="4114800"/>
            <a:ext cx="2084832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89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46336" y="4114800"/>
            <a:ext cx="20848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조회수 10만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5257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업로드 — 1·2레벨 주 1개 / 3·4레벨 주 2개 (나의 생각·연습)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10312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 &amp; A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6576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 수업만 들으면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— 캘린더의 내 레벨(L태그) 과목만.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31596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4315968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준비물은 어디서 봐요?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「과목별 준비물·과제·주의」 문서 (선생님별).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97433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60120" y="4974336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디자이너는 시험만 통과하면?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기준 또는 KPI 최종조건 충족 시.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56327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5632704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모델데이·특강은 언제?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매월 2·4주 금(모델) · 3주 금(특강).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5292" y="228600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651760"/>
            <a:ext cx="103601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손이랑 마음부터</a:t>
            </a:r>
            <a:endParaRPr lang="en-US" sz="4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혼자 서는 디자이너까지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448056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EDUCATION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2026-07-30T01:33:01Z</dcterms:created>
  <dcterms:modified xsi:type="dcterms:W3CDTF">2026-07-30T01:33:01Z</dcterms:modified>
</cp:coreProperties>
</file>
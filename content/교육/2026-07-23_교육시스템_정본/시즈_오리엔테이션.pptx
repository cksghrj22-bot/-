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가발·모델모는 되돌릴 수 없으니 신중히 — 준비부터가 이미 시험의 시작.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 — 4레벨 정량기준 50%, 5레벨 80% 통과 시. 정량기준: 포트폴리오30·인스타3개월·매출300~400만·리뷰월10·모델50명. 그리고 최종 KPI(모델100·매출500·시그니처60·리뷰70·조회수10만) 달성 시엔 무조건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준비부터가 시험 시작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58368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97296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5797296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  </a:t>
            </a:r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2860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1800" dirty="0">
                <a:solidFill>
                  <a:srgbClr val="D7D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인스타 헤어쇼 · 디렉터 입회 · 기획력·PPT력·노출력으로 증명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성립 —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정량기준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 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93492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0056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5776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46620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473184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18904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무조건 디자이너 되는 KPI</a:t>
            </a:r>
            <a:pPr indent="0" marL="0">
              <a:buNone/>
            </a:pPr>
            <a:r>
              <a:rPr lang="en-US" sz="1150" spc="100" kern="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최종 조건 달성 시 쇼·정량 기준과 무관하게 승급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93492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2839212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0056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065776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46620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9" name="Text 27"/>
          <p:cNvSpPr/>
          <p:nvPr/>
        </p:nvSpPr>
        <p:spPr>
          <a:xfrm>
            <a:off x="7292340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73184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31" name="Text 29"/>
          <p:cNvSpPr/>
          <p:nvPr/>
        </p:nvSpPr>
        <p:spPr>
          <a:xfrm>
            <a:off x="9518904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1·2레벨 주 1개 / 3·4레벨 주 2개 (나의 생각·연습)로 나를 알리는 힘까지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2026-07-30T03:23:36Z</dcterms:created>
  <dcterms:modified xsi:type="dcterms:W3CDTF">2026-07-30T03:23:36Z</dcterms:modified>
</cp:coreProperties>
</file>
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 사이의 간극 = '고객이 나를 찾아오게 만드는 것'. 이 강을 어떻게 건널까?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이상향은 한 번에 도달 불가. 초디부터 디딤돌(역경)을 하나씩 밟는 '과정'이 곧 성장. 이게 플레이어의 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갈래. 윗길: 디딤돌→과정→도달. 아랫길: 이상향만 높이→건너뜀→좌절→타협→'미용=생계수단' 평범. 요즘 디딤돌을 잊고 이상향만 높다가 타협하는 걸 우리가 돌아보자는 취지. (여기서 대표님이 직접 풀어 설명)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한 줄. 이상향은 방향, 디딤돌은 오늘 할 일. 여기서 시스템 설명으로 자연스럽게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선언: 판단 기준을 '머리를 할 수 있다(기술 완료)'에서 '디자이너로 우뚝 선다(유입·케어·브랜드)'로 옮긴다. 개편의 방향.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유안·범진의 실제 성장 영상을 재생. (영상 파일/링크는 발표 전 삽입) — '너희도 이 길을 건널 수 있다'는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과목당 15점을 이수 정도로 차등: 100%=15, 80%↑=12, 60%↑=9, 40%↑=6, 미이수=0. '다 못 채우면 그만큼 깎인다'를 명확히. (구간·점수는 시안 — 대표님 확정 후 고정)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vs DREAM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 · 그리고 되고 싶은 나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(초급)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537192" y="320040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9537192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싶은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(이상향)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4640" y="3520440"/>
            <a:ext cx="6519672" cy="118872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3520440"/>
            <a:ext cx="651967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 만들어야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건널 수 있는 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이상향과 지금 사이엔 '강'이 있다 — 손님이 나를 찾아오게 만드는 것.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못 건넌다 · 디딤돌을 하나씩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11512" y="320040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9811512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97480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78808" y="413766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8808" y="41376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0136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41464" y="413766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1464" y="41376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22792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22792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이상향은 한 걸음에 못 간다 — 초디부터 디딤돌(역경·과정)을 하나씩 밟아 건넌다.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갈래 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디딤돌이냐, 타협이냐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68880"/>
            <a:ext cx="5486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71600" y="2651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디딤돌을 하나씩 밟는다  </a:t>
            </a:r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역경·과정을 지난다 → </a:t>
            </a:r>
            <a:pPr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이상향에 닿는다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느려 보여도, 결국 원하는 디자이너가 되는 유일한 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091672" cy="1600200"/>
          </a:xfrm>
          <a:prstGeom prst="roundRect">
            <a:avLst>
              <a:gd name="adj" fmla="val 6857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114800"/>
            <a:ext cx="548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이상향만 높이 잡는다  </a:t>
            </a:r>
            <a:pPr indent="0" marL="0">
              <a:buNone/>
            </a:pPr>
            <a:r>
              <a:rPr lang="en-US" sz="16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디딤돌을 건너뛴다 → 안 된다 → </a:t>
            </a:r>
            <a:pPr indent="0" marL="0">
              <a:buNone/>
            </a:pPr>
            <a:r>
              <a:rPr lang="en-US" sz="16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'미용은 그냥 생계수단' → 평범하게 먹고사는 데서 멈춘다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5303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요즘 디딤돌을 생각하는 사람이 드물다 — 우리가 돌아봐야 할 지점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46888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74320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이상향보다,</a:t>
            </a:r>
            <a:endParaRPr lang="en-US" sz="5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디딤돌.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46634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초디의 한 걸음이 곧 그 길이다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우리의 판단 기준이 바뀝니다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4572000" cy="2286000"/>
          </a:xfrm>
          <a:prstGeom prst="roundRect">
            <a:avLst>
              <a:gd name="adj" fmla="val 5600"/>
            </a:avLst>
          </a:prstGeom>
          <a:solidFill>
            <a:srgbClr val="24242A"/>
          </a:solidFill>
          <a:ln w="12700">
            <a:solidFill>
              <a:srgbClr val="3A3A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"머리를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할 수 있다"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577840" y="2468880"/>
            <a:ext cx="10332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611112" y="2468880"/>
            <a:ext cx="4572000" cy="2286000"/>
          </a:xfrm>
          <a:prstGeom prst="roundRect">
            <a:avLst>
              <a:gd name="adj" fmla="val 5600"/>
            </a:avLst>
          </a:prstGeom>
          <a:solidFill>
            <a:srgbClr val="A8895E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A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11112" y="30632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"디자이너로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우뚝 선다"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기술을 익혔느냐가 아니라 — 손님을 오게 하고 케어하는, 디자이너로 설 수 있느냐로 본다.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디딤돌을 밟은 사람들 · 영상 예시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유안 · 범진 — 이렇게 건넜다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111114"/>
          </a:solidFill>
          <a:ln/>
        </p:spPr>
      </p:sp>
      <p:sp>
        <p:nvSpPr>
          <p:cNvPr id="8" name="Shape 6"/>
          <p:cNvSpPr/>
          <p:nvPr/>
        </p:nvSpPr>
        <p:spPr>
          <a:xfrm>
            <a:off x="2811780" y="3200400"/>
            <a:ext cx="914400" cy="9144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28117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유안 영상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(발표 때 영상 재생 — 링크 삽입 자리)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251460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111114"/>
          </a:solidFill>
          <a:ln/>
        </p:spPr>
      </p:sp>
      <p:sp>
        <p:nvSpPr>
          <p:cNvPr id="13" name="Shape 11"/>
          <p:cNvSpPr/>
          <p:nvPr/>
        </p:nvSpPr>
        <p:spPr>
          <a:xfrm>
            <a:off x="8554212" y="3200400"/>
            <a:ext cx="914400" cy="9144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4" name="Text 12"/>
          <p:cNvSpPr/>
          <p:nvPr/>
        </p:nvSpPr>
        <p:spPr>
          <a:xfrm>
            <a:off x="8554212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91072" y="429768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범진 영상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91072" y="466344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(발표 때 영상 재생 — 링크 삽입 자리)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초디에서 디딤돌을 하나씩 밟아 디자이너로 선 실제 예시 — 영상으로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1~3레벨 주 2개(월 8·누적 35↑) / 4~5레벨 최소 주 3개(총 50)로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2개·월 8개·누적 35↑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주 3개·총 50개(시그니처)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· PARTIAL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 과목당 15점 · 100% 이수 못했을 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과목을 다 못 채우면?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280160" y="2514600"/>
            <a:ext cx="9601200" cy="457200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5146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이수 정도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80760" y="25146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(15점 만점)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54480" y="2971800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완벽 이수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60820" y="2971800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673084" y="2971800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280160" y="3630168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3630168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이상 (대부분)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0820" y="3630168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673084" y="3630168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288536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이상 (절반↑)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0820" y="4288536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73084" y="4288536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80160" y="4946904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4946904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이상 (미흡)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60820" y="4946904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673084" y="4946904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54480" y="5605272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미만 · 미이수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0820" y="5605272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673084" y="5605272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실격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준비물 미비·시간 초과·모델 미확보는 항목별 추가 감점 · 두 과목 각각 이 기준으로 채점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2026-07-30T04:21:04Z</dcterms:created>
  <dcterms:modified xsi:type="dcterms:W3CDTF">2026-07-30T04:21:04Z</dcterms:modified>
</cp:coreProperties>
</file>